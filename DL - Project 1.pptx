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68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914400" y="3657600"/>
            <a:ext cx="2560320" cy="2560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A82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Our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Life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Shapes the World Around Us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4455F"/>
          </a:solidFill>
          <a:ln w="12700">
            <a:solidFill>
              <a:srgbClr val="0445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Anuska Ghosh  | Alliance University, Bangalore  |  7</a:t>
            </a:r>
            <a:r>
              <a:rPr lang="en-US" sz="1000" baseline="30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411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868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103120" cy="21031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3703320" y="201168"/>
            <a:ext cx="516636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03504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90288" y="6217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86200" y="1060704"/>
            <a:ext cx="4864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machines smart enough to do tasks that normally require human thinking and judgment.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03320" y="1664208"/>
            <a:ext cx="516636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066544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0288" y="20848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86200" y="2523744"/>
            <a:ext cx="4864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data, finds patterns, and uses that knowledge to make decisions or predictions.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703320" y="3127248"/>
            <a:ext cx="516636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529584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0288" y="35478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Already Here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886200" y="3986784"/>
            <a:ext cx="4864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the future — it is in your pocket, home, and daily routine right now.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703320" y="4663440"/>
            <a:ext cx="51663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3703320" y="466344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unlock your phone with your face — that's AI!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Smartphones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05840" y="566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is an AI Device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6052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8720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12161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6459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AI recognizes your face using infrared sensors — works even in the dark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1051560"/>
            <a:ext cx="416052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8872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13832" y="12161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Camera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0" y="16459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mode, night mode &amp; scene detection — AI processes every shot in real time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2743200"/>
            <a:ext cx="416052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88036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29077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Text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11480" y="3337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Autocorrect learns YOUR writing style and suggests words before you type them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09160" y="2743200"/>
            <a:ext cx="4160520" cy="150876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880360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13832" y="29077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846320" y="3337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Google Assistant understand natural language commands instantly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41198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012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Intelligence:  AI suggests your next app, battery-optimizes background tasks, and personalizes your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Social Media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Scroll, Like, Repeat — All Powered by AI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160520" cy="1325880"/>
          </a:xfrm>
          <a:prstGeom prst="rect">
            <a:avLst/>
          </a:prstGeom>
          <a:solidFill>
            <a:srgbClr val="141452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34440"/>
            <a:ext cx="53035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2416" y="1252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Algorithm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" y="169164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YouTube decide what YOU see, based on every like, pause, and scroll — in real time.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1143000"/>
            <a:ext cx="4160520" cy="1325880"/>
          </a:xfrm>
          <a:prstGeom prst="rect">
            <a:avLst/>
          </a:prstGeom>
          <a:solidFill>
            <a:srgbClr val="141452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475683" cy="475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77256" y="1252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Shorts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00600" y="169164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keeps you watching by predicting which video will hook you next. Endless personalization.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74320" y="2606040"/>
            <a:ext cx="4160520" cy="1325880"/>
          </a:xfrm>
          <a:prstGeom prst="rect">
            <a:avLst/>
          </a:prstGeom>
          <a:solidFill>
            <a:srgbClr val="141452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697480"/>
            <a:ext cx="501947" cy="5019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42416" y="2715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Filters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65760" y="315468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&amp; Instagram detect your face in real time and overlay 3D effects using computer vision.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709160" y="2606040"/>
            <a:ext cx="4160520" cy="1325880"/>
          </a:xfrm>
          <a:prstGeom prst="rect">
            <a:avLst/>
          </a:prstGeom>
          <a:solidFill>
            <a:srgbClr val="141452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97480"/>
            <a:ext cx="475683" cy="47568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77256" y="27157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Account Detection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00600" y="3154680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billions of accounts for bot-like behavior and flags suspicious ones automatically.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274320" y="4114800"/>
            <a:ext cx="8595360" cy="804672"/>
          </a:xfrm>
          <a:prstGeom prst="rect">
            <a:avLst/>
          </a:prstGeom>
          <a:solidFill>
            <a:srgbClr val="141452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206240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42416" y="42245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365760" y="4572000"/>
            <a:ext cx="8394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posts, hate speech, and graphic content are removed by AI — faster than any human team.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🛍️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828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Online Shopping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Knows What You Want to Buy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3200400"/>
            <a:ext cx="3291840" cy="1170432"/>
          </a:xfrm>
          <a:prstGeom prst="roundRect">
            <a:avLst>
              <a:gd name="adj" fmla="val 2632"/>
            </a:avLst>
          </a:prstGeom>
          <a:solidFill>
            <a:srgbClr val="0D4F6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3310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953512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&amp; Amazon India use AI to recommend products based on your browsing history, location, and purchase patterns — in Hindi and English both.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274320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07408" y="274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07408" y="6126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also bought…" — Amazon &amp; Flipkart show items tailored to YOU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22529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12252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07408" y="15636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adjust based on demand, time, and even your location in real time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2176272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07408" y="21762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Chatbots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407408" y="25146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handle customer queries without any human involvement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3127248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07408" y="3127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Search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407408" y="346557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to find a product — used by Meesho, Amazon, and Myntra</a:t>
            </a:r>
            <a:endParaRPr lang="en-US" sz="10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4078224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07408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407408" y="441655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suspicious transactions and blocks fraud before it happens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Maps &amp; Navigation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05840" y="566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Lost — Thanks to AI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115568"/>
            <a:ext cx="749808" cy="74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956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Prediction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analyzes real-time signals + historical data to predict traffic jams before they form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1051560"/>
            <a:ext cx="274320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115568"/>
            <a:ext cx="749808" cy="7498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1956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Accuracy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29184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computes your arrival time based on live road conditions, weather, and speed patterns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26480" y="1051560"/>
            <a:ext cx="2743200" cy="182880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15568"/>
            <a:ext cx="749808" cy="7498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7920" y="1956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&amp; Labels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1792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stitches millions of images and auto-labels streets, shops, and landmarks worldwide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74320" y="3017520"/>
            <a:ext cx="859536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63824"/>
            <a:ext cx="530352" cy="5303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24128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&amp; Uber — AI Ride Matching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024128" y="34564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pairs you with the nearest driver, predicts surge pricing, and estimates wait time in seconds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274320" y="3995928"/>
            <a:ext cx="859536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142232"/>
            <a:ext cx="530352" cy="53035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24128" y="4087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&amp; Road Alerts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024128" y="44348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Waze &amp; Google Maps learn from millions of user reports to warn you about potholes, accidents &amp; closures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90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Assistants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5156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Say It — AI Listens, Understands &amp; Acts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566160" y="1143000"/>
            <a:ext cx="2011680" cy="20116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858768" y="1435608"/>
            <a:ext cx="1417320" cy="1417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581912"/>
            <a:ext cx="1115568" cy="11155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1234440"/>
            <a:ext cx="3108960" cy="1170432"/>
          </a:xfrm>
          <a:prstGeom prst="rect">
            <a:avLst/>
          </a:prstGeom>
          <a:solidFill>
            <a:srgbClr val="111133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416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3533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5760" y="17373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voice to text in milliseconds using deep learning models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606040"/>
            <a:ext cx="3108960" cy="1170432"/>
          </a:xfrm>
          <a:prstGeom prst="rect">
            <a:avLst/>
          </a:prstGeom>
          <a:solidFill>
            <a:srgbClr val="111133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715768"/>
            <a:ext cx="471013" cy="471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7249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65760" y="31089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supports 100+ languages — real-time audio translation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760720" y="1234440"/>
            <a:ext cx="3108960" cy="1170432"/>
          </a:xfrm>
          <a:prstGeom prst="rect">
            <a:avLst/>
          </a:prstGeom>
          <a:solidFill>
            <a:srgbClr val="111133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34416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13533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Control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852160" y="17373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lights, AC, music &amp; security cameras — all by voice commands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760720" y="2606040"/>
            <a:ext cx="3108960" cy="1170432"/>
          </a:xfrm>
          <a:prstGeom prst="rect">
            <a:avLst/>
          </a:prstGeom>
          <a:solidFill>
            <a:srgbClr val="111133"/>
          </a:solidFill>
          <a:ln w="12700">
            <a:solidFill>
              <a:srgbClr val="2C2C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2715768"/>
            <a:ext cx="471013" cy="47101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92240" y="272491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852160" y="31089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assistants detect your tone and adapt responses accordingly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274320" y="4251960"/>
            <a:ext cx="859536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8"/>
          <p:cNvSpPr/>
          <p:nvPr/>
        </p:nvSpPr>
        <p:spPr>
          <a:xfrm>
            <a:off x="457200" y="42519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Google, set a reminder for my 9 AM class"  →  Processed by NLP (Natural Language Processing)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AI in Daily Life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1605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63040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finds the fastest route instantly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09160" y="1051560"/>
            <a:ext cx="41605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709160" y="1051560"/>
            <a:ext cx="914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63040"/>
            <a:ext cx="445332" cy="4453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13832" y="1490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73752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recommends shows you'll actually love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651760"/>
            <a:ext cx="41605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274320" y="2651760"/>
            <a:ext cx="91440" cy="1417320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06324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38912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answer queries any time, any day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09160" y="2651760"/>
            <a:ext cx="41605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709160" y="2651760"/>
            <a:ext cx="914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063240"/>
            <a:ext cx="445332" cy="4453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13832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873752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protects your money in real time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9DC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274320" y="4251960"/>
            <a:ext cx="9144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334256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78992" y="4389120"/>
            <a:ext cx="7635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38912" y="4599432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commands let you control your world hands-free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63347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Concerns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2880" y="349300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tool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outcome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4370832"/>
            <a:ext cx="2194560" cy="438912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4370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perfect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56032"/>
            <a:ext cx="54864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383280" y="256032"/>
            <a:ext cx="73152" cy="82296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393192"/>
            <a:ext cx="530352" cy="530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3088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33088" y="676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collects massive amounts of personal data — often without clear consent from users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1207008"/>
            <a:ext cx="54864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383280" y="1207008"/>
            <a:ext cx="73152" cy="82296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1344168"/>
            <a:ext cx="530352" cy="5303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33088" y="1298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Addiction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133088" y="16276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algorithms are designed to maximize screen time and keep you hooked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383280" y="2157984"/>
            <a:ext cx="54864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383280" y="2157984"/>
            <a:ext cx="73152" cy="82296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2295144"/>
            <a:ext cx="530352" cy="5303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33088" y="2249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AI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33088" y="25786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can reflect and amplify human biases, leading to unfair outcomes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83280" y="3108960"/>
            <a:ext cx="54864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383280" y="3108960"/>
            <a:ext cx="73152" cy="82296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46120"/>
            <a:ext cx="530352" cy="5303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33088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33088" y="35295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replacing repetitive jobs in manufacturing, customer service, and data entry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4059936"/>
            <a:ext cx="548640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383280" y="4059936"/>
            <a:ext cx="73152" cy="822960"/>
          </a:xfrm>
          <a:prstGeom prst="rec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4197096"/>
            <a:ext cx="530352" cy="5303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33088" y="4151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&amp; Scams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133088" y="4480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fake videos and voice clones are being misused for fraud and misinformation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3657600"/>
            <a:ext cx="2743200" cy="2743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89520" y="4114800"/>
            <a:ext cx="1828800" cy="1828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8046720" cy="777240"/>
          </a:xfrm>
          <a:prstGeom prst="rect">
            <a:avLst/>
          </a:prstGeom>
          <a:solidFill>
            <a:srgbClr val="0A3F5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7772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94183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deeply embedded in our daily life — from navigation and shopping to social media and voice assistants.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046720" cy="777240"/>
          </a:xfrm>
          <a:prstGeom prst="rect">
            <a:avLst/>
          </a:prstGeom>
          <a:solidFill>
            <a:srgbClr val="0A3F5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7772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3312" y="185623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morning alarm (smart speaker) to your Netflix session at night — AI is always there, silently working.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046720" cy="777240"/>
          </a:xfrm>
          <a:prstGeom prst="rect">
            <a:avLst/>
          </a:prstGeom>
          <a:solidFill>
            <a:srgbClr val="0A3F5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7772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53312" y="277063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helps us use it more wisely, responsibly, and to our advantage in every field.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04455F"/>
          </a:solidFill>
          <a:ln w="12700">
            <a:solidFill>
              <a:srgbClr val="0445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Google AI Blog (blog.google)  |  McKinsey Global Institute  |  YouTube Official Blog (blog.youtube)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875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Anuska Ghosh</cp:lastModifiedBy>
  <cp:revision>2</cp:revision>
  <dcterms:created xsi:type="dcterms:W3CDTF">2026-08-07T08:46:20Z</dcterms:created>
  <dcterms:modified xsi:type="dcterms:W3CDTF">2026-08-07T10:32:43Z</dcterms:modified>
</cp:coreProperties>
</file>